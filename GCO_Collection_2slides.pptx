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we collect. Logs are preferably a PUSH - a sink sends them to Pub/Sub and our Python drains it, which removes polling and the rate limit. If a sink isn't available or is delayed, we fall back to PULLING logs via the Logging API, exactly like metrics (the dashed line) - it works, but it's subject to a read-rate quota. Metrics are always a PULL because GCO has no sink for metrics; we size that poll to stay inside the free million time-series tier. Everything writes to Mongo, and downstream dashboards and anomaly models read Mongo, not GCP. So our stack barely changes: Python on our Linux boxes, Mongo as the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need, in priority order. 1: a per-job service account with read-only roles on the right projects, keyless if possible. 2: a sink to Pub/Sub for the logs, with our own subscription. 3: our logging read quota, and confirmation our fields are ingested and retained. 4: whether our hosts can use gRPC or are REST-only, and who owns/approves sink creation. Everything else is in the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log &amp; metric collection to Google Cloud Observability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we'll collect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515600" y="45720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0" y="4572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074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92808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0876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Splunk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23957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(preferred) — sink → Pub/Sub → Python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8680" y="26700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(fallback) — poll the Logging API, like metrics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" y="29443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if a sink is available; otherwise we poll. Pull works for logs, but has a read-rate limit.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474720"/>
            <a:ext cx="5074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77240" y="370332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813048"/>
            <a:ext cx="347472" cy="34747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508760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1508760" y="3950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AppDynamics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68680" y="4370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poll the Monitoring API (cron)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868680" y="464515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sink exists for metrics, so we keep polling. Sized to stay inside the free tier.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1264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land in one place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6126480" y="1965960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14884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693408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 → Pub/Sub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126480" y="2788920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8FA9BC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97180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693408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API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126480" y="3611880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3794760"/>
            <a:ext cx="365760" cy="36576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693408" y="3611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API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8503920" y="2331720"/>
            <a:ext cx="822960" cy="548640"/>
          </a:xfrm>
          <a:prstGeom prst="line">
            <a:avLst/>
          </a:prstGeom>
          <a:noFill/>
          <a:ln w="2032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8503920" y="3154680"/>
            <a:ext cx="822960" cy="0"/>
          </a:xfrm>
          <a:prstGeom prst="line">
            <a:avLst/>
          </a:prstGeom>
          <a:noFill/>
          <a:ln w="20320">
            <a:solidFill>
              <a:srgbClr val="8FA9BC"/>
            </a:solidFill>
            <a:prstDash val="dash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8503920" y="3977640"/>
            <a:ext cx="822960" cy="-548640"/>
          </a:xfrm>
          <a:prstGeom prst="line">
            <a:avLst/>
          </a:prstGeom>
          <a:noFill/>
          <a:ln w="2032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9326880" y="26060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21295C"/>
          </a:solidFill>
          <a:ln/>
        </p:spPr>
      </p:sp>
      <p:sp>
        <p:nvSpPr>
          <p:cNvPr id="35" name="Text 28"/>
          <p:cNvSpPr/>
          <p:nvPr/>
        </p:nvSpPr>
        <p:spPr>
          <a:xfrm>
            <a:off x="9326880" y="260604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collectors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9235440" y="3840480"/>
            <a:ext cx="0" cy="457200"/>
          </a:xfrm>
          <a:prstGeom prst="line">
            <a:avLst/>
          </a:prstGeom>
          <a:noFill/>
          <a:ln w="22225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7863840" y="434340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2E8B6F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4544568"/>
            <a:ext cx="411480" cy="41148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8595360" y="4343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40" name="Text 32"/>
          <p:cNvSpPr/>
          <p:nvPr/>
        </p:nvSpPr>
        <p:spPr>
          <a:xfrm>
            <a:off x="6126480" y="5230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- -  dashed = pull fallback if no sink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548640" y="580644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E9F1F6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989320"/>
            <a:ext cx="365760" cy="36576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280160" y="5806440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today: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jobs on our Linux servers writing to Mongo. </a:t>
            </a:r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changes: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get pushed instead of polled; metrics stay a poll.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the platform team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B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 up collection, in priority order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0" y="54864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0" y="5486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892808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191109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&amp; identity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841248" y="262432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account per job with read-only roles (monitoring.viewer, logging.viewer) on the specific projects holding our data. Keyless via Workload Identity Federation if possible.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44068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46520" y="1874520"/>
            <a:ext cx="640080" cy="640080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892808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69480" y="191109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sink → Pub/Sub for logs</a:t>
            </a:r>
            <a:endParaRPr lang="en-US" sz="1650" dirty="0"/>
          </a:p>
        </p:txBody>
      </p:sp>
      <p:sp>
        <p:nvSpPr>
          <p:cNvPr id="17" name="Text 13"/>
          <p:cNvSpPr/>
          <p:nvPr/>
        </p:nvSpPr>
        <p:spPr>
          <a:xfrm>
            <a:off x="6464808" y="262432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 created on the logs we need, routing to a Pub/Sub topic, plus a dedicated subscription for us with pubsub.subscriber. Confirm the sink's writer identity can publish.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977640"/>
            <a:ext cx="544068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20" name="Text 16"/>
          <p:cNvSpPr/>
          <p:nvPr/>
        </p:nvSpPr>
        <p:spPr>
          <a:xfrm>
            <a:off x="822960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4270248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45920" y="428853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 &amp; data confirmation</a:t>
            </a:r>
            <a:endParaRPr lang="en-US" sz="1650" dirty="0"/>
          </a:p>
        </p:txBody>
      </p:sp>
      <p:sp>
        <p:nvSpPr>
          <p:cNvPr id="23" name="Text 18"/>
          <p:cNvSpPr/>
          <p:nvPr/>
        </p:nvSpPr>
        <p:spPr>
          <a:xfrm>
            <a:off x="841248" y="500176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project's Logging read-rate quota and who approves increases. Confirm our business/app fields are ingested (jsonPayload) and retained long enough for our analysis window.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172200" y="3977640"/>
            <a:ext cx="544068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46520" y="4251960"/>
            <a:ext cx="640080" cy="640080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26" name="Text 21"/>
          <p:cNvSpPr/>
          <p:nvPr/>
        </p:nvSpPr>
        <p:spPr>
          <a:xfrm>
            <a:off x="6446520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4270248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269480" y="428853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&amp; ownership</a:t>
            </a:r>
            <a:endParaRPr lang="en-US" sz="1650" dirty="0"/>
          </a:p>
        </p:txBody>
      </p:sp>
      <p:sp>
        <p:nvSpPr>
          <p:cNvPr id="29" name="Text 23"/>
          <p:cNvSpPr/>
          <p:nvPr/>
        </p:nvSpPr>
        <p:spPr>
          <a:xfrm>
            <a:off x="6464808" y="500176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our Linux hosts allow outbound gRPC/HTTP-2 to Google APIs, or are we REST-only? Who owns sink / topic / subscription creation, and what's the request SLA?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AB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(sizing math, code, REST fallback) is in the prep document if anyone wants to go deeper.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GCO Collection Plan</dc:title>
  <dc:subject>PptxGenJS Presentation</dc:subject>
  <dc:creator>Observability Team</dc:creator>
  <cp:lastModifiedBy>Observability Team</cp:lastModifiedBy>
  <cp:revision>1</cp:revision>
  <dcterms:created xsi:type="dcterms:W3CDTF">2026-06-23T00:45:14Z</dcterms:created>
  <dcterms:modified xsi:type="dcterms:W3CDTF">2026-06-23T00:45:14Z</dcterms:modified>
</cp:coreProperties>
</file>